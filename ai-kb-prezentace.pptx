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 Knowledge Base: Centrální databáze znalostí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🎯 Problém:</a:t>
            </a:r>
          </a:p>
          <a:p>
            <a:pPr lvl="0"/>
            <a:r>
              <a:rPr/>
              <a:t>Informace o AI jsou roztříštěné v různých složkách</a:t>
            </a:r>
          </a:p>
          <a:p>
            <a:pPr lvl="0"/>
            <a:r>
              <a:rPr/>
              <a:t>Těžké hledání materiálů a poznámek</a:t>
            </a:r>
          </a:p>
          <a:p>
            <a:pPr lvl="0"/>
            <a:r>
              <a:rPr/>
              <a:t>Žádná struktura ani propojení</a:t>
            </a:r>
          </a:p>
          <a:p>
            <a:pPr lvl="0" indent="0" marL="0">
              <a:buNone/>
            </a:pPr>
            <a:r>
              <a:rPr b="1"/>
              <a:t>💡 Řešení:</a:t>
            </a:r>
          </a:p>
          <a:p>
            <a:pPr lvl="0"/>
            <a:r>
              <a:rPr/>
              <a:t>Centrální Knowledge Base (kb) na GitHubu</a:t>
            </a:r>
          </a:p>
          <a:p>
            <a:pPr lvl="0"/>
            <a:r>
              <a:rPr/>
              <a:t>Markdown soubory s YAML metadaty</a:t>
            </a:r>
          </a:p>
          <a:p>
            <a:pPr lvl="0"/>
            <a:r>
              <a:rPr/>
              <a:t>Verzování a práce napříč zařízeními</a:t>
            </a:r>
          </a:p>
          <a:p>
            <a:pPr lvl="0" indent="0" marL="0">
              <a:buNone/>
            </a:pPr>
            <a:r>
              <a:rPr b="1"/>
              <a:t>🚀 Výsledek:</a:t>
            </a:r>
          </a:p>
          <a:p>
            <a:pPr lvl="0" indent="0" marL="0">
              <a:buNone/>
            </a:pPr>
            <a:r>
              <a:rPr/>
              <a:t>→ “Osobní AI mozek” propojený s Claude Code a Cursor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Od chaosu k systému: Workflow pro budoucnost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📁 Struktura KB:</a:t>
            </a:r>
          </a:p>
          <a:p>
            <a:pPr lvl="0"/>
            <a:r>
              <a:rPr/>
              <a:t>notes/ → zpracované poznámky</a:t>
            </a:r>
          </a:p>
          <a:p>
            <a:pPr lvl="0"/>
            <a:r>
              <a:rPr/>
              <a:t>sources/ → originální materiály</a:t>
            </a:r>
          </a:p>
          <a:p>
            <a:pPr lvl="0"/>
            <a:r>
              <a:rPr/>
              <a:t>templates/ → šablony</a:t>
            </a:r>
          </a:p>
          <a:p>
            <a:pPr lvl="0"/>
            <a:r>
              <a:rPr/>
              <a:t>GitHub → verzování</a:t>
            </a:r>
          </a:p>
          <a:p>
            <a:pPr lvl="0" indent="0" marL="0">
              <a:buNone/>
            </a:pPr>
            <a:r>
              <a:rPr b="1"/>
              <a:t>✅ Klíčové výhody:</a:t>
            </a:r>
          </a:p>
          <a:p>
            <a:pPr lvl="0"/>
            <a:r>
              <a:rPr/>
              <a:t>YAML metadata → snadné tagování a vyhledávání</a:t>
            </a:r>
          </a:p>
          <a:p>
            <a:pPr lvl="0"/>
            <a:r>
              <a:rPr/>
              <a:t>GitHub → dostupnost všude, AI asistence</a:t>
            </a:r>
          </a:p>
          <a:p>
            <a:pPr lvl="0"/>
            <a:r>
              <a:rPr/>
              <a:t>Automatizace → ChatGPT, Claude Code, Cursor</a:t>
            </a:r>
          </a:p>
          <a:p>
            <a:pPr lvl="0" indent="0" marL="0">
              <a:buNone/>
            </a:pPr>
            <a:r>
              <a:rPr b="1"/>
              <a:t>🧠 Budoucnost:</a:t>
            </a:r>
          </a:p>
          <a:p>
            <a:pPr lvl="0"/>
            <a:r>
              <a:rPr/>
              <a:t>Každý den přidávám poznámky</a:t>
            </a:r>
          </a:p>
          <a:p>
            <a:pPr lvl="0"/>
            <a:r>
              <a:rPr/>
              <a:t>Rychlé vyhledávání přes AI</a:t>
            </a:r>
          </a:p>
          <a:p>
            <a:pPr lvl="0"/>
            <a:r>
              <a:rPr/>
              <a:t>Neustále rostoucí znalostní báze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2025-11-30T12:27:27Z</dcterms:created>
  <dcterms:modified xsi:type="dcterms:W3CDTF">2025-11-30T12:27:27Z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